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7352557ac6fa5a2_1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7352557ac6fa5a2_1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7352557ac6fa5a2_1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7352557ac6fa5a2_1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7352557ac6fa5a2_1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7352557ac6fa5a2_1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7352557ac6fa5a2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7352557ac6fa5a2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58848f8e934ff02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58848f8e934ff02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7352557ac6fa5a2_1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7352557ac6fa5a2_1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62200" y="374100"/>
            <a:ext cx="26022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NIYUKTI</a:t>
            </a:r>
            <a:endParaRPr b="1" sz="3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62200" y="1915625"/>
            <a:ext cx="28188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Team Atom</a:t>
            </a:r>
            <a:endParaRPr b="1" sz="18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Aayush Rathore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Abhyansh Sahu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Ansh Vardhan Dixit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Nitin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Priyanshu Shrivastava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Rajnish Kumar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Praphull </a:t>
            </a: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Parnav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787298" y="3433311"/>
            <a:ext cx="2131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Manshu Devi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Shiwani Jha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Shri Sharma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Shruti Pandey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Raleway"/>
              <a:buChar char="-"/>
            </a:pPr>
            <a:r>
              <a:rPr b="1" lang="en" sz="15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Vani Singh</a:t>
            </a:r>
            <a:endParaRPr b="1" sz="15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05550" y="1033225"/>
            <a:ext cx="50757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To bridge the gap between student preparation and placement opportunities through AI-powered, data-driven placement management.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221750" y="230000"/>
            <a:ext cx="36801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04150" y="716550"/>
            <a:ext cx="3797700" cy="43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T&amp;P teams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spend significant time managing student data, checking company-wise eligibility, processing applications, conducting assessments, shortlisting candidates and maintaining placement records.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separate platforms for resumes, coding, aptitude, technical preparation and interviews, making their preparation and placement journey fragmented.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Assessment, interview and student-performance data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remains scattered, making it difficult to get a complete view of a student's placement readiness.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shortlisting and analysis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become difficult when the number of students and placement drives increases.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T&amp;P teams have limited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insights into student skill gaps, performance and placement progress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708850" y="184750"/>
            <a:ext cx="36465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Proposed Solution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278250" y="684500"/>
            <a:ext cx="4758900" cy="4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Niyukti is an AI-powered placement management platform that connects student preparation with the complete T&amp;P placement process.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Student Profile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academics, skills, resume, projects, assessments and placement history.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T&amp;P Placement Management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companies, placement drives, eligibility, applications, assessments, interviews and selection.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AI-Based JD Analysis &amp; Matching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analyzes company requirements and matches them with student profiles and skills.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AI-Assisted Shortlisting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helps T&amp;P identify relevant candidates based on eligibility and performance.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 &amp; Performance Analysis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aptitude, technical and coding assessments with centralized results.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 Gap &amp; Personalized Preparation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identifies areas for improvement and recommends relevant preparation.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Mock Interviews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technical and HR interview practice with structured feedback.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T&amp;P Analytics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placement funnel, student performance, skill gaps, drive-wise insights and reports.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4141725" y="486375"/>
            <a:ext cx="16800" cy="441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78575" y="91950"/>
            <a:ext cx="532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Niyukti Offers the T&amp;P Department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5" title="ChatGPT Image Sep 28, 2026, 11_27_52 AM.png"/>
          <p:cNvPicPr preferRelativeResize="0"/>
          <p:nvPr/>
        </p:nvPicPr>
        <p:blipFill rotWithShape="1">
          <a:blip r:embed="rId3">
            <a:alphaModFix/>
          </a:blip>
          <a:srcRect b="0" l="3141" r="2803" t="0"/>
          <a:stretch/>
        </p:blipFill>
        <p:spPr>
          <a:xfrm>
            <a:off x="4110000" y="558100"/>
            <a:ext cx="4967224" cy="45464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0050" y="599850"/>
            <a:ext cx="4182000" cy="4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Progress Monitoring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Track students' skills, projects, certifications, learning progress, and internship readiness through a centralized dashboard.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&amp; Drive Management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Manage companies, internship opportunities, placement drives, eligibility criteria, roles, packages, and deadlines.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AI-Assisted Shortlisting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Automatically identify and shortlist eligible candidates based on skills, progress, certifications, and company requirements.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Interview &amp; Assessment Management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Schedule assessments, mock interviews, technical rounds, mentoring sessions, and monitor participation.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&amp; Insights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Generate batch-wise and branch-wise reports, readiness analytics, placement statistics, and historical trends.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Placement Workflow: Company Added → Drive Created → Eligibility Defined → Applications Open → AI Shortlisting → Assessment → Technical Interview → HR Interview → Selection &amp; Analytics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15"/>
          <p:cNvCxnSpPr/>
          <p:nvPr/>
        </p:nvCxnSpPr>
        <p:spPr>
          <a:xfrm>
            <a:off x="136200" y="4110000"/>
            <a:ext cx="3829500" cy="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194400" y="0"/>
            <a:ext cx="4377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Niyukti Offers to Students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35425" y="497325"/>
            <a:ext cx="4204500" cy="4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Student Profile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Manage academic details, skills, projects, certifications, and resume in one place.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Personalized Placement Preparation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Access aptitude, coding, DSA, technical, and core-subject preparation.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Company-Specific Preparation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Prepare based on company requirements, roles, and placement patterns.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Assessments &amp; Performance Tracking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Take assessments and monitor performance, progress, strengths, and areas for improvement.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Resume Analysis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Analyze resumes and identify areas for improvement.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Resume–Job Matching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Match student skills and profiles with relevant job roles and company requirements.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AI-Based Skill Gap Analysis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Identify missing skills and receive recommendations for improvement.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Mock Interviews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Practice technical and HR interviews with structured AI-generated feedback.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Placement Drive Access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View eligible companies, placement opportunities, and application details.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&amp; Progress Tracking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Track applications, assessment status, interview stages, and placement progress.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Personalized Recommendations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Receive preparation suggestions based on performance, skills, and target roles.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6" title="ChatGPT Image Sep 28, 2026, 11_58_23 AM.png"/>
          <p:cNvPicPr preferRelativeResize="0"/>
          <p:nvPr/>
        </p:nvPicPr>
        <p:blipFill rotWithShape="1">
          <a:blip r:embed="rId3">
            <a:alphaModFix/>
          </a:blip>
          <a:srcRect b="0" l="6100" r="3923" t="0"/>
          <a:stretch/>
        </p:blipFill>
        <p:spPr>
          <a:xfrm>
            <a:off x="4521800" y="140200"/>
            <a:ext cx="4204575" cy="486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221300" y="182800"/>
            <a:ext cx="863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80125" y="0"/>
            <a:ext cx="498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Solutions for the Placement Cell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80125" y="369550"/>
            <a:ext cx="4286100" cy="4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01 | JD INTELLIGENCE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AI analyses company JDs</a:t>
            </a:r>
            <a:r>
              <a:rPr lang="en" sz="1000">
                <a:solidFill>
                  <a:schemeClr val="dk1"/>
                </a:solidFill>
              </a:rPr>
              <a:t> to identify eligibility, required skills, qualifications and role-specific requirements.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02 | SMART MATCHING &amp; SHORTLISTING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Matches students with suitable roles</a:t>
            </a:r>
            <a:r>
              <a:rPr lang="en" sz="1000">
                <a:solidFill>
                  <a:schemeClr val="dk1"/>
                </a:solidFill>
              </a:rPr>
              <a:t> using academic, skill, resume and assessment data — supporting the </a:t>
            </a:r>
            <a:r>
              <a:rPr b="1" lang="en" sz="1000">
                <a:solidFill>
                  <a:schemeClr val="dk1"/>
                </a:solidFill>
              </a:rPr>
              <a:t>Placement Cell</a:t>
            </a:r>
            <a:r>
              <a:rPr lang="en" sz="1000">
                <a:solidFill>
                  <a:schemeClr val="dk1"/>
                </a:solidFill>
              </a:rPr>
              <a:t> in shortlisting.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03 | STUDENT READINESS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Analyses performance &amp; skill gaps</a:t>
            </a:r>
            <a:r>
              <a:rPr lang="en" sz="1000">
                <a:solidFill>
                  <a:schemeClr val="dk1"/>
                </a:solidFill>
              </a:rPr>
              <a:t> to recommend personalized preparation, resume improvements and AI-powered mock interviews.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04 | PLACEMENT CELL INTELLIGENCE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Converts placement data into insights</a:t>
            </a:r>
            <a:r>
              <a:rPr lang="en" sz="1000">
                <a:solidFill>
                  <a:schemeClr val="dk1"/>
                </a:solidFill>
              </a:rPr>
              <a:t> on applications, assessments, selections, student readiness and drive-wise performance.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AI-DRIVEN PLACEMENT FLOW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Company JD → AI Analysis → Student–Job Matching → Student Preparation → Performance &amp; Skill-Gap Analysis → T&amp;P Shortlisting → Interview → Placement Insights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118475" y="163550"/>
            <a:ext cx="40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0" name="Google Shape;90;p17" title="WhatsApp Image 2026-09-28 at 11.59.0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1450" y="76900"/>
            <a:ext cx="4771801" cy="50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 title="featuees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625"/>
            <a:ext cx="9144000" cy="501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/>
        </p:nvSpPr>
        <p:spPr>
          <a:xfrm>
            <a:off x="82950" y="331850"/>
            <a:ext cx="4585500" cy="4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Personalized Roadmap Generation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Every student has different goals and skill levels, making it challenging to create relevant and customized learning paths.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 AI Recommendations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Ensuring that AI suggestions are meaningful and aligned with student profiles, skills, and career aspirations.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Progress Tracking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Consolidating data from courses, projects, certifications, and assessments into a unified progress system.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AI-Based Shortlisting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Automatically matching students with company eligibility criteria while maintaining accuracy and fairness.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Scalability for T&amp;P Departments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Managing and analyzing data for large numbers of students across multiple batches and branches.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Keeping Data Updated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Regularly updating learning resources, internship opportunities, and company requirements.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Engagement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Encouraging students to consistently update their profiles and actively use the platform.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841825" y="467600"/>
            <a:ext cx="4178100" cy="4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App: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Kotlin • Jetpack Compose • MVVM • Retrofit • Coroutines/Flow • Hilt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Portal: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 • TypeScript • Vite • Tailwind CSS • Recharts • Monaco Editor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Node.js • Express.js • TypeScript • REST APIs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&amp; Storage: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MongoDB • Mongoose • Atlas Vector Search • S3/MinIO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&amp; Intelligence: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OpenAI/Gemini • Resume Analysis • JD Matching • AI Recommendations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JWT • Passport.js • RBAC • Zod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Assessments &amp; Real-Time: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Judge0 • Docker • Socket.IO • Redis • BullMQ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&amp; Reports: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Nodemailer • Firebase Cloud Messaging • ExcelJS • Puppeteer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&amp; DevOps: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Jest • Playwright • Docker • GitHub Actions • Sentry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4952225" y="82950"/>
            <a:ext cx="3957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Tech Stack 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9"/>
          <p:cNvCxnSpPr/>
          <p:nvPr/>
        </p:nvCxnSpPr>
        <p:spPr>
          <a:xfrm flipH="1">
            <a:off x="4723213" y="203425"/>
            <a:ext cx="22500" cy="48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9"/>
          <p:cNvSpPr txBox="1"/>
          <p:nvPr/>
        </p:nvSpPr>
        <p:spPr>
          <a:xfrm>
            <a:off x="565675" y="25700"/>
            <a:ext cx="3062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